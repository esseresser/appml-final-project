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6" r:id="rId12"/>
    <p:sldId id="263" r:id="rId13"/>
    <p:sldId id="264" r:id="rId14"/>
    <p:sldId id="265" r:id="rId15"/>
    <p:sldId id="267" r:id="rId16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2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2F2B6-EBD8-F042-81B4-56B808BB38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3EB499-BA04-FC4C-38DC-DF200B39B8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F23CE-B06E-2258-B3FD-08E3E67ED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BC0A2-5780-492A-87BD-C6B485948267}" type="datetimeFigureOut">
              <a:rPr lang="en-DK" smtClean="0"/>
              <a:t>05/06/2026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7840C9-D546-0EAD-94AA-04E265294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8637A-F924-3AF8-AD67-AAE156E61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8EF60-996A-4A05-96F3-25C2C577F29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4213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7FECF-9463-2741-9588-76A18F34A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2FA70-B8F9-0503-4E23-5D635855ED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2A88FB-9674-74C4-6C22-915AE97EA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BC0A2-5780-492A-87BD-C6B485948267}" type="datetimeFigureOut">
              <a:rPr lang="en-DK" smtClean="0"/>
              <a:t>05/06/2026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B79E08-E1D8-6947-0501-44D427C55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C2C88-8591-3066-6E50-33DB0AB00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8EF60-996A-4A05-96F3-25C2C577F29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785992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E5F4F-D952-BEBB-0C56-C95ABF76F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CDC912-AC5F-02A1-90EB-50078F708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4D52B1-32EE-1D36-674D-856BD7CD7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BC0A2-5780-492A-87BD-C6B485948267}" type="datetimeFigureOut">
              <a:rPr lang="en-DK" smtClean="0"/>
              <a:t>05/06/2026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82D957-1260-1935-C67F-E9147CAAE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732B83-D69A-7825-DD4E-3E0DF1A3F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8EF60-996A-4A05-96F3-25C2C577F29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565997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957A1-EB01-495F-CBD5-42CD98F7B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BA8B1-E2F8-09A6-6DC9-5660721473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479FAB-5BCB-6FED-A6C5-F575F6C469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01B924-534D-0D14-2B56-BB08CA8F2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BC0A2-5780-492A-87BD-C6B485948267}" type="datetimeFigureOut">
              <a:rPr lang="en-DK" smtClean="0"/>
              <a:t>05/06/2026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02AA10-D91B-09A8-121E-9BBCF39E8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A03CA6-7DA6-4C18-8FB1-524E47106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8EF60-996A-4A05-96F3-25C2C577F29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144572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0DF9C-04E6-C966-B688-32AEAB2C6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E2EABF-7817-0D22-D891-058F1F2E2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26B3F8-3A48-5249-B654-4B6C1EB009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513DCC-D919-C764-4AD1-F395923ABC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46968E-F424-6EE9-A729-CBA64E2140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F07EC8-46CF-1FD6-A6FF-2189B49F7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BC0A2-5780-492A-87BD-C6B485948267}" type="datetimeFigureOut">
              <a:rPr lang="en-DK" smtClean="0"/>
              <a:t>05/06/2026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A1778B-2210-BCA0-AE9E-98DA7E65F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43EAD0-79E8-EF88-D078-0C81AF63C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8EF60-996A-4A05-96F3-25C2C577F29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798917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9D53E-DE21-DEDB-349E-DA7D907B8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3A82C8-C317-3574-F213-DF3B27641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BC0A2-5780-492A-87BD-C6B485948267}" type="datetimeFigureOut">
              <a:rPr lang="en-DK" smtClean="0"/>
              <a:t>05/06/2026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8CF420-1360-2052-8699-F9E1CB2AE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3D170F-F82E-1589-2C04-51E6DDE99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8EF60-996A-4A05-96F3-25C2C577F29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24827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6C1EAA-F729-91F8-D3F4-EFA3A5F69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BC0A2-5780-492A-87BD-C6B485948267}" type="datetimeFigureOut">
              <a:rPr lang="en-DK" smtClean="0"/>
              <a:t>05/06/2026</a:t>
            </a:fld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798734-B60A-66A2-E54B-4D7A764FC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53C9C-C1F8-D670-CE96-B22070AFC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8EF60-996A-4A05-96F3-25C2C577F29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70410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4F101-86AB-40C2-24BA-1C1BE82DB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3CE39-FBA8-93F2-37EE-61253E828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AE4D5F-A257-1B37-27D8-D183E643BC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874736-E1C0-5C4C-8BCD-18B2A8622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BC0A2-5780-492A-87BD-C6B485948267}" type="datetimeFigureOut">
              <a:rPr lang="en-DK" smtClean="0"/>
              <a:t>05/06/2026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892F1-67E5-DEDD-7FDF-721A87A78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CBD70-9A82-7F55-3AA6-257E0214E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8EF60-996A-4A05-96F3-25C2C577F29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723646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01722-EB30-5F98-2808-187ED6C87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653484-6AAB-4BF9-687E-1028D6205B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8E73E3-7690-B1D0-871D-96130D7FC2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E47785-CED4-652B-7EAA-9FFDFB870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BC0A2-5780-492A-87BD-C6B485948267}" type="datetimeFigureOut">
              <a:rPr lang="en-DK" smtClean="0"/>
              <a:t>05/06/2026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421362-36D3-94B5-21C3-C5F75E0FE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41B80-1AAD-A9B7-0209-AB5A41060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8EF60-996A-4A05-96F3-25C2C577F29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098416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4BEB5-6F2F-4B01-208E-13DAB8979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BD0583-B564-0A56-316B-D78EFEE290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78D03C-20A2-1D25-65AC-C2F0E2331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BC0A2-5780-492A-87BD-C6B485948267}" type="datetimeFigureOut">
              <a:rPr lang="en-DK" smtClean="0"/>
              <a:t>05/06/2026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C57B1E-E080-DA30-D139-6D35B3481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BB5B61-7D39-852F-B84E-811093EF7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8EF60-996A-4A05-96F3-25C2C577F29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636019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BE139C-CE28-B5B3-1BE2-C34F0E3AE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FCF7BF-8F08-0E47-5C4E-AF864E0232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A474E-8D38-72D2-8342-F639393F9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BC0A2-5780-492A-87BD-C6B485948267}" type="datetimeFigureOut">
              <a:rPr lang="en-DK" smtClean="0"/>
              <a:t>05/06/2026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6768C0-96E5-BF07-2691-32ACAF38E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61860D-A01C-BAE0-1CED-F55E210E2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8EF60-996A-4A05-96F3-25C2C577F29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817413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04243-4033-3258-FD19-AF657DD34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5F2E1C-4F65-197E-18AA-5EE4F7EEDA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1A13AA-4C4D-5E6C-6A32-5A5B1B3EF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9BC0A2-5780-492A-87BD-C6B485948267}" type="datetimeFigureOut">
              <a:rPr lang="en-DK" smtClean="0"/>
              <a:t>05/06/2026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205C4-4208-37A4-2151-C5E545435E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63D5D1-C55D-D911-7DE6-56024727C1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28EF60-996A-4A05-96F3-25C2C577F29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43272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414AC-ED78-C063-F376-F56DB1209F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Population Estimation</a:t>
            </a:r>
            <a:endParaRPr lang="en-D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F1AB39-E75A-7E8F-D10C-9912930EC2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Using Convolutional Neural Networks, Transformers and Clustering to determine inhabitants on small-scale orthophotos.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2630567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B26C8-08F2-39CE-A028-F77CCC1F5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and Data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FCFB8-DF2E-417C-D6F4-C9F425369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are orthophotos?</a:t>
            </a:r>
          </a:p>
          <a:p>
            <a:r>
              <a:rPr lang="en-US" dirty="0" err="1"/>
              <a:t>Squarenet</a:t>
            </a:r>
            <a:r>
              <a:rPr lang="en-US" dirty="0"/>
              <a:t> (</a:t>
            </a:r>
            <a:r>
              <a:rPr lang="en-US" dirty="0" err="1"/>
              <a:t>kvadratnet</a:t>
            </a:r>
            <a:r>
              <a:rPr lang="en-US" dirty="0"/>
              <a:t>) from DST</a:t>
            </a:r>
          </a:p>
          <a:p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1540364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E8660-C7EA-E10A-A0B5-66A8DC665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data might look like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65471-A4F4-C509-01D3-331CE2A38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Resolution</a:t>
            </a:r>
          </a:p>
          <a:p>
            <a:r>
              <a:rPr lang="en-US" dirty="0"/>
              <a:t>Picture size</a:t>
            </a:r>
          </a:p>
          <a:p>
            <a:r>
              <a:rPr lang="en-US" dirty="0"/>
              <a:t>(Example Image)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2792625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37752-792E-1A60-3BF3-032994833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4B077-36AB-1C8C-2531-6DA19E03C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Naïve approach:</a:t>
            </a:r>
          </a:p>
          <a:p>
            <a:r>
              <a:rPr lang="en-US" dirty="0"/>
              <a:t>Simple CNN Regression on full dataset</a:t>
            </a:r>
          </a:p>
          <a:p>
            <a:r>
              <a:rPr lang="en-US" dirty="0"/>
              <a:t>Results</a:t>
            </a:r>
          </a:p>
          <a:p>
            <a:r>
              <a:rPr lang="en-US" dirty="0"/>
              <a:t>Example image (w. </a:t>
            </a:r>
            <a:r>
              <a:rPr lang="en-US" dirty="0" err="1"/>
              <a:t>gradcam</a:t>
            </a:r>
            <a:r>
              <a:rPr lang="en-US" dirty="0"/>
              <a:t>)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2424183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91410-FD1F-277A-FE29-93DF1EBF8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0E833-AADA-C6D7-5921-59722A896F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Problems:</a:t>
            </a:r>
          </a:p>
          <a:p>
            <a:r>
              <a:rPr lang="en-US" dirty="0"/>
              <a:t>Where did it go wrong?</a:t>
            </a:r>
          </a:p>
          <a:p>
            <a:r>
              <a:rPr lang="en-US" dirty="0"/>
              <a:t>Population distribution (a lot of zeros)</a:t>
            </a:r>
          </a:p>
          <a:p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2827579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492E1-0BCE-BBED-F6E0-22011E07A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5C4BF-BB60-1CAF-32AC-D943DA901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of pictures where it is very wrong, with grad-cam</a:t>
            </a:r>
          </a:p>
          <a:p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3880874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5EB94-0B7E-78E7-034D-FE82B43A2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methods: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C3426-071A-48ED-BA50-D6902957A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Classificaton</a:t>
            </a:r>
            <a:r>
              <a:rPr lang="en-US" dirty="0"/>
              <a:t> first then Regression</a:t>
            </a:r>
          </a:p>
          <a:p>
            <a:r>
              <a:rPr lang="en-US" dirty="0"/>
              <a:t>Transformers</a:t>
            </a:r>
          </a:p>
          <a:p>
            <a:r>
              <a:rPr lang="en-US" dirty="0"/>
              <a:t>Clustering</a:t>
            </a:r>
          </a:p>
          <a:p>
            <a:r>
              <a:rPr lang="en-US" dirty="0"/>
              <a:t>The effect of context (looking at 300x300 m squares)</a:t>
            </a:r>
          </a:p>
          <a:p>
            <a:r>
              <a:rPr lang="en-US" dirty="0"/>
              <a:t>Does our model actually notice buildings (</a:t>
            </a:r>
            <a:r>
              <a:rPr lang="en-US" dirty="0" err="1"/>
              <a:t>gradcam</a:t>
            </a:r>
            <a:r>
              <a:rPr lang="en-US" dirty="0"/>
              <a:t>)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2572209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37916-78FA-5D91-CA23-9EB556AFE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 effects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ED8D0-9EE6-B663-6EB4-1349D7EE2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Images, K-means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12463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D6230-857A-E3B6-9993-E20295DD6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C12E8-1B45-9EDD-7D72-50595CEC8F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first reg: True v Labelled (r^2 value) and ROC curve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162658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3A731-7DDF-7DC7-BAD8-9602B08F4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47A35-05AB-C47E-D4FC-6D644D706F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Transformers -&gt; true v labelled and r^2 value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3708781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67F73-4979-B1AC-D129-1F9E93E6A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A4D13-A3B0-A2CC-A0A9-E04214CA92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Getting r^2 and MAD for each try and comparing.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336903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50D4C-4330-5481-4EE1-D6F6EAD84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 of training sample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2C09B-7CBA-CC47-11CA-B534714C9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(Ideally we might get this: )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2288079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D2D505AB3A8484EB1A8E88DA8FDF204" ma:contentTypeVersion="4" ma:contentTypeDescription="Create a new document." ma:contentTypeScope="" ma:versionID="c2c454d33ed0dc9f05591040041dac30">
  <xsd:schema xmlns:xsd="http://www.w3.org/2001/XMLSchema" xmlns:xs="http://www.w3.org/2001/XMLSchema" xmlns:p="http://schemas.microsoft.com/office/2006/metadata/properties" xmlns:ns3="2e251439-80d4-4915-bfcf-6e9cbf54b88e" targetNamespace="http://schemas.microsoft.com/office/2006/metadata/properties" ma:root="true" ma:fieldsID="ea3e4c87d26a0d4abf5883c23a07cd58" ns3:_="">
    <xsd:import namespace="2e251439-80d4-4915-bfcf-6e9cbf54b88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251439-80d4-4915-bfcf-6e9cbf54b8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E98A011-8CBA-4629-8C2E-D0D38828C3C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e251439-80d4-4915-bfcf-6e9cbf54b88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BAF89F2-267A-4599-8A07-6D0FC08A496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F8AF83B-B012-4CF4-B4FD-51E6E694B0B9}">
  <ds:schemaRefs>
    <ds:schemaRef ds:uri="http://schemas.microsoft.com/office/infopath/2007/PartnerControls"/>
    <ds:schemaRef ds:uri="http://www.w3.org/XML/1998/namespace"/>
    <ds:schemaRef ds:uri="2e251439-80d4-4915-bfcf-6e9cbf54b88e"/>
    <ds:schemaRef ds:uri="http://purl.org/dc/terms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176</Words>
  <Application>Microsoft Office PowerPoint</Application>
  <PresentationFormat>Widescreen</PresentationFormat>
  <Paragraphs>35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Population Estimation</vt:lpstr>
      <vt:lpstr>Background and Data</vt:lpstr>
      <vt:lpstr>What data might look like</vt:lpstr>
      <vt:lpstr>Methods</vt:lpstr>
      <vt:lpstr>Methods</vt:lpstr>
      <vt:lpstr>PowerPoint Presentation</vt:lpstr>
      <vt:lpstr>New methods:</vt:lpstr>
      <vt:lpstr>Clustering effects</vt:lpstr>
      <vt:lpstr>Results</vt:lpstr>
      <vt:lpstr>Results</vt:lpstr>
      <vt:lpstr>Comparison</vt:lpstr>
      <vt:lpstr>Out of training sample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Møller-Jensen</dc:creator>
  <cp:lastModifiedBy>Jacob Møller-Jensen</cp:lastModifiedBy>
  <cp:revision>2</cp:revision>
  <dcterms:created xsi:type="dcterms:W3CDTF">2026-06-05T07:48:24Z</dcterms:created>
  <dcterms:modified xsi:type="dcterms:W3CDTF">2026-06-05T08:02:21Z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0x0101008D2D505AB3A8484EB1A8E88DA8FDF204</vt:lpwstr>
  </property>
</Properties>
</file>